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I'm Akella Ahlad Achintya. My project is Q-Folio: using QAOA on Qiskit to pick the best stock basket — and I ran it on a real IBM quantum computer. One line: standard QAOA treats 'pick exactly k stocks' as a penalty and ends up no better than chance; I built that rule into the circuit, so every answer is a valid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Robo-advisors sell model baskets — say, the best 3 out of 6 stocks. 'Best' means high return and low risk. Each dot on this chart is one possible basket; there are 20 here. That's easy, but the number of baskets explodes as you add stocks — that's why it's a hard optimisation problem. I used real NSE prices from 2023 to 2025. Each stock is one qubit: 1 means hold it, 0 means don't. Two knobs: k is the basket size, and q is risk aversion — higher q means a more conservative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way adds a penalty for picking the wrong number of stocks. It searches all 64 combinations, 44 of which are invalid — and I found it does no better than random guessing. So I changed the circuit. A Dicke state starts in an equal mix of only the valid baskets, and an XY mixer swaps one stock in and one out, so the count never changes. Result: 100% of answers are valid baskets, and the best basket shows up 34% of the time versus 5% for random — about seven times better, and comparable to simulated annealing. Tested on 25 different instances.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I ran it on IBM's ibm_kingston quantum computer. This histogram is straight from IBM's dashboard: the tallest bar, 1001, is the optimal basket — Reliance plus ITC — and the second is the runner-up. Noise lets some invalid answers through, but my circuit can never produce those, so I can safely throw them away. That took us from 51% to 65% correct, versus 17% for random. To be honest about limits: at this size a laptop solves it instantly with brute force, so I'm not claiming quantum advantage. The contribution is showing that building constraints into the circuit is what makes quantum optimisation work — and it even gives free error detection on hardware. The code, live demo and report are at these QR codes.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3B1F7A"/>
                </a:solidFill>
              </a:defRPr>
            </a:pPr>
            <a:r>
              <a:t>Q-Folio: Constraint-Preserving QAOA for Portfolio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444444"/>
                </a:solidFill>
              </a:defRPr>
            </a:pPr>
            <a:r>
              <a:t>Qiskit Fall Fest 2026 · Industry Track I2</a:t>
            </a:r>
          </a:p>
          <a:p>
            <a:pPr>
              <a:spcAft>
                <a:spcPts val="600"/>
              </a:spcAft>
              <a:defRPr sz="2400" b="0">
                <a:solidFill>
                  <a:srgbClr val="444444"/>
                </a:solidFill>
              </a:defRPr>
            </a:pPr>
            <a:r>
              <a:t>Akella Ahlad Achintya · GITAM University, Bengaluru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A78D6"/>
                </a:solidFill>
              </a:defRPr>
            </a:pPr>
            <a:r>
              <a:t>Real results on IBM Quantum ibm_kingston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Picking the best 3 of 6 stocks, on a quantum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Robo-advisor model baskets · NSE large caps · return ↑ risk ↓</a:t>
            </a:r>
          </a:p>
        </p:txBody>
      </p:sp>
      <p:pic>
        <p:nvPicPr>
          <p:cNvPr id="4" name="Picture 3" descr="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80133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20116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All C(6,3) = 20 baskets on the risk/return plane.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Basket count grows as C(n,k): ~185 000 for 10-of-20.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Goal: find the best basket for a client's risk aversion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56692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3B1F7A"/>
                </a:solidFill>
              </a:defRPr>
            </a:pPr>
            <a:r>
              <a:t>Akella Ahlad Achintya</a:t>
            </a:r>
          </a:p>
          <a:p>
            <a:pPr>
              <a:spcAft>
                <a:spcPts val="600"/>
              </a:spcAft>
              <a:defRPr sz="2000" b="0">
                <a:solidFill>
                  <a:srgbClr val="3B1F7A"/>
                </a:solidFill>
              </a:defRPr>
            </a:pPr>
            <a:r>
              <a:t>Qiskit Fall Fest 2026 · Track I2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Put the constraint in the circuit, not in the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486400" cy="1417320"/>
          </a:xfrm>
          <a:prstGeom prst="rect">
            <a:avLst/>
          </a:prstGeom>
          <a:solidFill>
            <a:srgbClr val="F7F6FA"/>
          </a:solidFill>
          <a:ln w="31750">
            <a:solidFill>
              <a:srgbClr val="E86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E86738"/>
                </a:solidFill>
              </a:defRPr>
            </a:pPr>
            <a:r>
              <a:t>Penalty QAOA (X mixer)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19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Searches all 64 bit strings, 44 invalid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→ finds the best basket at chance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097280"/>
            <a:ext cx="5486400" cy="1417320"/>
          </a:xfrm>
          <a:prstGeom prst="rect">
            <a:avLst/>
          </a:prstGeom>
          <a:solidFill>
            <a:srgbClr val="F7F6FA"/>
          </a:solidFill>
          <a:ln w="317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170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2A78D6"/>
                </a:solidFill>
              </a:defRPr>
            </a:pPr>
            <a:r>
              <a:t>XY-QAOA (Dicke state + XY mixer)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645919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Only ever visits the 20 valid baskets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→ every shot is a real portfolio</a:t>
            </a:r>
          </a:p>
        </p:txBody>
      </p:sp>
      <p:pic>
        <p:nvPicPr>
          <p:cNvPr id="9" name="Picture 8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9692640" cy="3227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B1F7A"/>
                </a:solidFill>
              </a:defRPr>
            </a:pPr>
            <a:r>
              <a:t>100% valid baskets · P(optimal) 0.34 vs 0.05 random</a:t>
            </a:r>
          </a:p>
          <a:p>
            <a:pPr>
              <a:spcAft>
                <a:spcPts val="600"/>
              </a:spcAft>
              <a:defRPr sz="2000" b="1">
                <a:solidFill>
                  <a:srgbClr val="3B1F7A"/>
                </a:solidFill>
              </a:defRPr>
            </a:pPr>
            <a:r>
              <a:t>comparable to simulated annealing · penalty-QAOA = random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Real IBM quantum hardware: ibm_kingston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B1F7A"/>
                </a:solidFill>
              </a:defRPr>
            </a:pPr>
            <a:r>
              <a:t>ibm_kingston: 0.51 raw → 0.65 post-selected (random 0.17); top answer = true optimum</a:t>
            </a:r>
          </a:p>
        </p:txBody>
      </p:sp>
      <p:pic>
        <p:nvPicPr>
          <p:cNvPr id="4" name="Picture 3" descr="ibm_job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669280" cy="24515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06908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Real ibm_kingston output — tallest bar 1001 = optimal basket (RELIANCE+ITC), second 1100 = runner-up</a:t>
            </a:r>
          </a:p>
        </p:txBody>
      </p:sp>
      <p:pic>
        <p:nvPicPr>
          <p:cNvPr id="6" name="Picture 5" descr="nois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577840" cy="26543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074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Limits: brute force is still faster at this size, so no quantum advantage is claimed; today's noise limits us to ~4–6 assets.</a:t>
            </a:r>
          </a:p>
        </p:txBody>
      </p:sp>
      <p:pic>
        <p:nvPicPr>
          <p:cNvPr id="8" name="Picture 7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480060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0" y="5989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B1F7A"/>
                </a:solidFill>
              </a:defRPr>
            </a:pPr>
            <a:r>
              <a:t>Repo</a:t>
            </a:r>
          </a:p>
        </p:txBody>
      </p:sp>
      <p:pic>
        <p:nvPicPr>
          <p:cNvPr id="10" name="Picture 9" descr="qr_Live 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4800600"/>
            <a:ext cx="118872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0" y="5989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B1F7A"/>
                </a:solidFill>
              </a:defRPr>
            </a:pPr>
            <a:r>
              <a:t>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